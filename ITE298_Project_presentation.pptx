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Fira Code" panose="020F0502020204030204" pitchFamily="49" charset="0"/>
      <p:regular r:id="rId14"/>
      <p:bold r:id="rId15"/>
    </p:embeddedFont>
    <p:embeddedFont>
      <p:font typeface="Plus Jakarta Sans"/>
      <p: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58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66145"/>
            <a:ext cx="1924050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62250" y="4166145"/>
            <a:ext cx="2124075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14925" y="4166145"/>
            <a:ext cx="1857375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328070"/>
            <a:ext cx="18097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4328070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50" y="4328070"/>
            <a:ext cx="161925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24403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ITE 298 •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29780"/>
            <a:ext cx="11251406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Campus Lost Item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89845"/>
            <a:ext cx="7334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Plus Jakarta Sans"/>
              </a:rPr>
              <a:t>A Simple, Secure PHP &amp; MySQL Web Application for Campus Item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280445"/>
            <a:ext cx="1638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 Pure PHP &amp;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2750" y="4280445"/>
            <a:ext cx="18383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4D399"/>
                </a:solidFill>
                <a:latin typeface="Plus Jakarta Sans"/>
              </a:rPr>
              <a:t> PDO &amp; XSS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5425" y="4280445"/>
            <a:ext cx="1571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BBF24"/>
                </a:solidFill>
                <a:latin typeface="Plus Jakarta Sans"/>
              </a:rPr>
              <a:t> Auto Claim Codes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735460"/>
            <a:ext cx="5257800" cy="1057275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983235"/>
            <a:ext cx="5257800" cy="105727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735460"/>
            <a:ext cx="38100" cy="10572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983235"/>
            <a:ext cx="38100" cy="10572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73485"/>
            <a:ext cx="5257800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64060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11835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THE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Why Build This Application?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925960"/>
            <a:ext cx="6350793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991B1B"/>
                </a:solidFill>
                <a:latin typeface="Plus Jakarta Sans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02185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7F1D1D"/>
                </a:solidFill>
                <a:latin typeface="Plus Jakarta Sans"/>
              </a:rPr>
              <a:t>Students lose belongings on campus. Paper bulletin boards and physical desks are slow, disorganized, and hard to search.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73735"/>
            <a:ext cx="6350793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449960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4532D"/>
                </a:solidFill>
                <a:latin typeface="Plus Jakarta Sans"/>
              </a:rPr>
              <a:t>A centralized web dashboard where students report items, search instantly, and verify claims with private claim tickets.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5023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045023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045023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283148"/>
            <a:ext cx="647700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68874" y="3283148"/>
            <a:ext cx="1181100" cy="238125"/>
          </a:xfrm>
          <a:prstGeom prst="roundRect">
            <a:avLst>
              <a:gd name="adj" fmla="val 2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90024" y="3283148"/>
            <a:ext cx="1866900" cy="238125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PROJECT 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How the Code Files Work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3321248"/>
            <a:ext cx="552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Fira Code"/>
              </a:rPr>
              <a:t>db.php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616523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Database 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911798"/>
            <a:ext cx="314964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Establishes a secure PDO connection to MySQL so all web pages can talk to the database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4124" y="3321248"/>
            <a:ext cx="1085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Fira Code"/>
              </a:rPr>
              <a:t>functions.php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616523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 Security &amp; Helpers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911798"/>
            <a:ext cx="3149649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Contains tools like e() to clean text and makeClaimCode() to generate random claim tickets.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274" y="3321248"/>
            <a:ext cx="1771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Fira Code"/>
              </a:rPr>
              <a:t>index.php &amp; create.php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616523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 User Screens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911798"/>
            <a:ext cx="314964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Interactive forms where users view item tables, filter results, report lost items, and delete old posts.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87835"/>
            <a:ext cx="630555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19950" y="3180754"/>
            <a:ext cx="4362450" cy="1433512"/>
          </a:xfrm>
          <a:prstGeom prst="roundRect">
            <a:avLst>
              <a:gd name="adj" fmla="val 797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075" y="3456979"/>
            <a:ext cx="133350" cy="1714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7725" y="2925960"/>
          <a:ext cx="5829299" cy="1943100"/>
        </p:xfrm>
        <a:graphic>
          <a:graphicData uri="http://schemas.openxmlformats.org/drawingml/2006/table">
            <a:tbl>
              <a:tblPr/>
              <a:tblGrid>
                <a:gridCol w="13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Column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What it Stores (Plain English)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Fira Code"/>
                        </a:rPr>
                        <a:t>item_name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VARCHAR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Name of item (e.g., "Blue Hydroflask")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Fira Code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ENUM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State: 'Lost', 'Found', or 'Claimed'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Fira Code"/>
                        </a:rPr>
                        <a:t>claim_code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VARCHAR(12)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Secret 8-character verification ticket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Fira Code"/>
                        </a:rPr>
                        <a:t>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VARCHAR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Where lost/found (e.g., "Library 2F")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ORGANIZATION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82400" cy="384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Inside the Database Table (items)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8075" y="3418879"/>
            <a:ext cx="4733925" cy="2190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Analogy: Coat-Check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8075" y="3733204"/>
            <a:ext cx="3981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3A8A"/>
                </a:solidFill>
                <a:latin typeface="Plus Jakarta Sans"/>
              </a:rPr>
              <a:t>Just like a coat-check ticket at a event, the </a:t>
            </a:r>
            <a:r>
              <a:rPr sz="1125" b="1" i="0" u="none">
                <a:solidFill>
                  <a:srgbClr val="1E3A8A"/>
                </a:solidFill>
                <a:latin typeface="Plus Jakarta Sans"/>
              </a:rPr>
              <a:t>claim_code</a:t>
            </a:r>
            <a:r>
              <a:rPr sz="1125" b="0" i="0" u="none">
                <a:solidFill>
                  <a:srgbClr val="1E3A8A"/>
                </a:solidFill>
                <a:latin typeface="Plus Jakarta Sans"/>
              </a:rPr>
              <a:t> guarantees that only the person with the matching code can claim the item from campus security!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30748"/>
            <a:ext cx="2628900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90900" y="3130748"/>
            <a:ext cx="2628900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3130748"/>
            <a:ext cx="2628900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500" y="3130748"/>
            <a:ext cx="2628900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" y="3340298"/>
            <a:ext cx="628650" cy="2190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90925" y="3340298"/>
            <a:ext cx="647700" cy="2190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2225" y="3340298"/>
            <a:ext cx="647700" cy="2190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53525" y="3340298"/>
            <a:ext cx="657225" cy="2190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WORKFLOW 1: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384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How Submitting an Item Works (create.php)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3378398"/>
            <a:ext cx="533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664148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User Fills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930848"/>
            <a:ext cx="2324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Enters item name, location, contact, and chooses Lost or Found status.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3378398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925" y="3664148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Strict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925" y="3930848"/>
            <a:ext cx="23241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PHP validates required text and checks date format using DateTime.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3378398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3664148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Generate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225" y="3930848"/>
            <a:ext cx="2324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makeClaimCode() creates a unique random code like A7F390B2.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775" y="3378398"/>
            <a:ext cx="561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STEP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525" y="3664148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Safe Database Save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525" y="3930848"/>
            <a:ext cx="2324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PDO inserts record safely, preventing hackers from tampering with database 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9800" y="2721173"/>
            <a:ext cx="5562600" cy="2352675"/>
          </a:xfrm>
          <a:prstGeom prst="roundRect">
            <a:avLst>
              <a:gd name="adj" fmla="val 485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92610"/>
            <a:ext cx="510540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73710"/>
            <a:ext cx="510540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3273623"/>
            <a:ext cx="5105400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3835598"/>
            <a:ext cx="5105400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8400" y="4397573"/>
            <a:ext cx="5105400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696575" y="3387923"/>
            <a:ext cx="504825" cy="21907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82275" y="3949898"/>
            <a:ext cx="619125" cy="219075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87025" y="4511873"/>
            <a:ext cx="714375" cy="219075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021210"/>
            <a:ext cx="16192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202310"/>
            <a:ext cx="161925" cy="1619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WORKFLOW 2: FINDING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42950"/>
            <a:ext cx="11582400" cy="384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Live Searching &amp; Status Badges (index.php)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2949773"/>
            <a:ext cx="5943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VISUAL BADGE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992635"/>
            <a:ext cx="6175771" cy="20955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Keyword &amp; Category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259335"/>
            <a:ext cx="4800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Users can type "keys" or select status "Lost" to instantly narrow down the list.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173735"/>
            <a:ext cx="6175771" cy="20955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Visual Status Badges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440435"/>
            <a:ext cx="4800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CSS badge styles highlight items clearly so users know what's lost vs recovered at a glance.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97448"/>
            <a:ext cx="166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Calculus Textbook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1825" y="3426023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LOST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59423"/>
            <a:ext cx="11620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Car Key Fob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77525" y="3987998"/>
            <a:ext cx="523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FAFC"/>
                </a:solidFill>
                <a:latin typeface="Plus Jakarta Sans"/>
              </a:rPr>
              <a:t>FOUND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21398"/>
            <a:ext cx="1440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Student ID 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82275" y="4549973"/>
            <a:ext cx="619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CLAIMED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2787848"/>
            <a:ext cx="53340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978473"/>
            <a:ext cx="53340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78260"/>
            <a:ext cx="5334000" cy="3238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016448"/>
            <a:ext cx="161925" cy="161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4207073"/>
            <a:ext cx="142875" cy="161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SECURITY MADE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11582400" cy="384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Two Key Code Protections (functions.php)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2987873"/>
            <a:ext cx="5743575" cy="2190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1. The Shoes Wiper: e()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264098"/>
            <a:ext cx="5029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Like wiping dirty shoes before entering a clean house, e() strips malicious HTML/JavaScript tags so hackers cannot inject bad scripts (XSS protection).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4178498"/>
            <a:ext cx="5743575" cy="2095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2. The Locked Blank Form: PDO Prepared 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4445198"/>
            <a:ext cx="5029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Database queries use placeholders (?) like a pre-printed form with blank lines. User input goes ONLY in the blanks, preventing SQL Injection attacks.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1685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11685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11685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8791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87910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8791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WORKFLOW 3: ITEM 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42950"/>
            <a:ext cx="11582400" cy="384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Safe &amp; Accidental-Free Deletion (delete.php)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6891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JavaScript Confirmation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64185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When clicking delete, a popup asks: </a:t>
            </a:r>
            <a:r>
              <a:rPr sz="1125" b="0" i="1" u="none">
                <a:solidFill>
                  <a:srgbClr val="64748B"/>
                </a:solidFill>
                <a:latin typeface="Plus Jakarta Sans"/>
              </a:rPr>
              <a:t>"Are you sure?"</a:t>
            </a:r>
            <a:r>
              <a:rPr sz="1125" b="0" i="0" u="none">
                <a:solidFill>
                  <a:srgbClr val="64748B"/>
                </a:solidFill>
                <a:latin typeface="Plus Jakarta Sans"/>
              </a:rPr>
              <a:t> to prevent accidental clicks.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6891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 POST Method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64185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Only form submissions (POST) can delete. Typing a URL in browser directly will be blocked.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68910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 Valid Integer ID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64185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FILTER_VALIDATE_INT ensures only numeric item IDs are processed by MySQL.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11723"/>
            <a:ext cx="3505200" cy="1152525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311723"/>
            <a:ext cx="3505200" cy="1152525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311723"/>
            <a:ext cx="3505200" cy="1152525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311723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3311723"/>
            <a:ext cx="350520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311723"/>
            <a:ext cx="350520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ITEM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The 3 Lifecycle States of a Lost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78423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F4444"/>
                </a:solidFill>
                <a:latin typeface="Plus Jakarta Sans"/>
              </a:rPr>
              <a:t>1. LOST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73698"/>
            <a:ext cx="31432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Item missing on campus. Listed on dashboard seeking finder.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78423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73698"/>
            <a:ext cx="31432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Item turned in or spotted. Waiting for owner to match claim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578423"/>
            <a:ext cx="388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Plus Jakarta Sans"/>
              </a:rPr>
              <a:t>3. CLAIMED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873698"/>
            <a:ext cx="31432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Claim code verified, item successfully returned to owner!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825948"/>
          <a:ext cx="10972799" cy="2124075"/>
        </p:xfrm>
        <a:graphic>
          <a:graphicData uri="http://schemas.openxmlformats.org/drawingml/2006/table">
            <a:tbl>
              <a:tblPr/>
              <a:tblGrid>
                <a:gridCol w="3232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4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81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Technical Code Concept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What it Does in 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Everyday Analogy for Audience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Fira Code"/>
                        </a:rPr>
                        <a:t>e($val) / htmlspecialchars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Converts  into safe text&lt;/div&gt;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Door mat that wipes muddy boots clean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Fira Code"/>
                        </a:rPr>
                        <a:t>PDO Prepared Statement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Separates SQL commands from user 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Locked form where users only fill in blank lines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Fira Code"/>
                        </a:rPr>
                        <a:t>makeClaimCode()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Generates random hex code (random_bytes)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Coat-check ticket number given to owner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Fira Code"/>
                        </a:rPr>
                        <a:t>ENUM('Lost','Found','Claimed')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Restricts status column to 3 strict values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Multiple-choice question with no extra options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PRESENTATION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Tech Terms Explained in Plain English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73610"/>
            <a:ext cx="35306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173610"/>
            <a:ext cx="35306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173610"/>
            <a:ext cx="35306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11735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341173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341173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COURSE REQUIREMENTS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Requirement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735585"/>
            <a:ext cx="400889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Module 10 &amp;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002285"/>
            <a:ext cx="31496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Database normalization &amp; modular PHP file architecture.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735585"/>
            <a:ext cx="400889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Module 12 &amp;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4002285"/>
            <a:ext cx="31496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Form handling, server-side date/type validation, and search SQL query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735585"/>
            <a:ext cx="39019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Module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4002285"/>
            <a:ext cx="31496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XSS escaping via e(), PDO parameter binding, and POST deletion guard.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24275" y="4067175"/>
            <a:ext cx="4743450" cy="5238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15867" y="2266950"/>
            <a:ext cx="116026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3023" y="2552700"/>
            <a:ext cx="762595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Plus Jakarta Sans"/>
              </a:rPr>
              <a:t>Questions &amp; Code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5062" y="3286125"/>
            <a:ext cx="73818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The Campus Lost Item Tracker application is ready for live demonstration.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36143" y="4219575"/>
            <a:ext cx="53197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2E8F0"/>
                </a:solidFill>
                <a:latin typeface="Plus Jakarta Sans"/>
              </a:rPr>
              <a:t>ITE 298 • Campus Lost Item Tracker System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832</Words>
  <Application>Microsoft Office PowerPoint</Application>
  <PresentationFormat>Widescreen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Fira Code</vt:lpstr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nash</dc:creator>
  <cp:keywords/>
  <dc:description>generated using python-pptx</dc:description>
  <cp:lastModifiedBy>Winsome Shane Yue</cp:lastModifiedBy>
  <cp:revision>2</cp:revision>
  <dcterms:created xsi:type="dcterms:W3CDTF">2013-01-27T09:14:16Z</dcterms:created>
  <dcterms:modified xsi:type="dcterms:W3CDTF">2026-10-29T01:25:06Z</dcterms:modified>
  <cp:category/>
</cp:coreProperties>
</file>